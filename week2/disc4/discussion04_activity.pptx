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jFG5BUOhHhNmkIHWknQgnUt45R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2025-10-08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4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Short Answer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When should you use a dictionary vs a structured array?</a:t>
            </a:r>
            <a:endParaRPr/>
          </a:p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When should you use multiple 1D arrays vs a structured array?</a:t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4 Activity</a:t>
            </a:r>
            <a:endParaRPr/>
          </a:p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Download the python script from Bruinlearn. There are two activities inside.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Activity 1: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Examine the code. This is a simplified version of the cyclotron demo in discussion. How are the particles defined? How are the trajectories calculated? How to plot the trajectories in 2D?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Define a new particle deuteron (1 proton+1 neutron).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Modify the code to plot the x, y positions of all three particles with proper labels.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 a new plot to plot the x, z positions of all three particles with proper labels.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Activity 2: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Organize the multi-wavelength flux density data of M87 into a proper data structure.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Complete the code to plot flux density vs. frequency.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Attach screenshot of code and output on next slide(s).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Start homework 2 when you’re done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