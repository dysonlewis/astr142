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3" roundtripDataSignature="AMtx7mgMHYjFY3rNiJXVGXpPU3uUEpV9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2025-10-07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[Your name here]</a:t>
            </a:r>
            <a:endParaRPr/>
          </a:p>
        </p:txBody>
      </p:sp>
      <p:sp>
        <p:nvSpPr>
          <p:cNvPr id="55" name="Google Shape;55;p1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Astro 142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Discussion 3</a:t>
            </a:r>
            <a:endParaRPr b="0" i="0" sz="5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Short Answer Questions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Describe the difference between a class and an object</a:t>
            </a:r>
            <a:endParaRPr/>
          </a:p>
        </p:txBody>
      </p:sp>
      <p:sp>
        <p:nvSpPr>
          <p:cNvPr id="66" name="Google Shape;66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[your answer here]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Discussion Activity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3 Activity</a:t>
            </a:r>
            <a:endParaRPr/>
          </a:p>
        </p:txBody>
      </p:sp>
      <p:sp>
        <p:nvSpPr>
          <p:cNvPr id="77" name="Google Shape;77;p8"/>
          <p:cNvSpPr txBox="1"/>
          <p:nvPr>
            <p:ph idx="1" type="body"/>
          </p:nvPr>
        </p:nvSpPr>
        <p:spPr>
          <a:xfrm>
            <a:off x="311700" y="1152475"/>
            <a:ext cx="85206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Download the python script from BruinLearn.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Read the script, what does it do?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Follow the instructions in the script to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a new class for black holes with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make new objects for each class and print summary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Paste a screenshot of your code, and briefly summarize the advantages/disadvantages of this approach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