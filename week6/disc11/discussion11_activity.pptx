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0" roundtripDataSignature="AMtx7miiBqGkj50M4JYA+X92iYYW7dYN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2025-11-04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[Your name here]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 142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11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Activity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11 Activity</a:t>
            </a:r>
            <a:endParaRPr/>
          </a:p>
        </p:txBody>
      </p:sp>
      <p:sp>
        <p:nvSpPr>
          <p:cNvPr id="66" name="Google Shape;66;p7"/>
          <p:cNvSpPr txBox="1"/>
          <p:nvPr>
            <p:ph idx="1" type="body"/>
          </p:nvPr>
        </p:nvSpPr>
        <p:spPr>
          <a:xfrm>
            <a:off x="311700" y="1152475"/>
            <a:ext cx="852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Download the python script and data files. Follow the instructions in the script and attach screenshots to the next slides. Upload a pdf of your slides when you are done.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