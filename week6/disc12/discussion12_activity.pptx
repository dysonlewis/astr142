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jvaSdTCI96XBPqmS7wpwAF/c8F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2025-11-06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12 Activity</a:t>
            </a:r>
            <a:endParaRPr/>
          </a:p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Download the python script and the FITs file, and follow the instructions in the script. Paste screenshots in the next slides. Submit a pdf when you are done.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