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0" roundtripDataSignature="AMtx7miJrOtu42/zsHcUwvODQas1KfrN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2025-11-18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14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14 Activity</a:t>
            </a:r>
            <a:endParaRPr/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311700" y="1152475"/>
            <a:ext cx="852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Download the data and make a visualization of the eigenvalues and eigenvectors. Try to reconstruct with the first few eigenvectors.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Follow the tutorial here: https://emcee.readthedocs.io/en/latest/tutorials/quickstart/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Paste screenshots into the slides. Upload your final pdf to the discussion assignment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If you have extra time, work on the homework! Ask questions!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