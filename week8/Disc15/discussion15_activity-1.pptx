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1" roundtripDataSignature="AMtx7mh1/2+ePWgCt5RxxXl4wXFfNV8G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2025-11-20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[Your name here]</a:t>
            </a:r>
            <a:endParaRPr/>
          </a:p>
        </p:txBody>
      </p:sp>
      <p:sp>
        <p:nvSpPr>
          <p:cNvPr id="55" name="Google Shape;55;p1"/>
          <p:cNvSpPr txBox="1"/>
          <p:nvPr/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0" i="0" lang="en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Astro 142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0" i="0" lang="en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Discussion 15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Discussion Activity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Discussion 15 Activity - multiprocessing</a:t>
            </a:r>
            <a:endParaRPr/>
          </a:p>
        </p:txBody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311700" y="1152475"/>
            <a:ext cx="85206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Download the data and the script from Bruinlearn. Follow the instructions and attach screenshots to the next slides. Upload a pdf when you are done.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72" name="Google Shape;7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