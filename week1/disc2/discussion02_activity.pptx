
<file path=[Content_Types].xml><?xml version="1.0" encoding="utf-8"?>
<Types xmlns="http://schemas.openxmlformats.org/package/2006/content-types"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GoogleSlidesCustomDataVersion2">
      <go:slidesCustomData xmlns:go="http://customooxmlschemas.google.com/" r:id="rId16" roundtripDataSignature="AMtx7mgJZDjWwcmbR2Vao2zqqMkNyEshh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6" Type="http://customschemas.google.com/relationships/presentationmetadata" Target="meta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" name="Google Shape;52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8" name="Google Shape;58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3" name="Google Shape;63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9" name="Google Shape;69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5" name="Google Shape;75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1" name="Google Shape;81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6" name="Google Shape;86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2" name="Google Shape;92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8" name="Google Shape;98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4" name="Google Shape;104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9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19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6" name="Google Shape;16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21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9" name="Google Shape;19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22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22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24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24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25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2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26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26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26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26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2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27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2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28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28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2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2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hyperlink" Target="http://demo1.py" TargetMode="External"/><Relationship Id="rId4" Type="http://schemas.openxmlformats.org/officeDocument/2006/relationships/hyperlink" Target="http://demo2.py" TargetMode="External"/><Relationship Id="rId5" Type="http://schemas.openxmlformats.org/officeDocument/2006/relationships/hyperlink" Target="http://demo2.py" TargetMode="Externa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7647"/>
              <a:buNone/>
            </a:pPr>
            <a:r>
              <a:rPr lang="en"/>
              <a:t>2025-10-02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7647"/>
              <a:buNone/>
            </a:pPr>
            <a:r>
              <a:rPr lang="en"/>
              <a:t>[Your name here]</a:t>
            </a:r>
            <a:endParaRPr/>
          </a:p>
        </p:txBody>
      </p:sp>
      <p:sp>
        <p:nvSpPr>
          <p:cNvPr id="55" name="Google Shape;55;p1"/>
          <p:cNvSpPr txBox="1"/>
          <p:nvPr/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None/>
            </a:pPr>
            <a:r>
              <a:rPr b="0" i="0" lang="en" sz="5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Astro 142</a:t>
            </a:r>
            <a:endParaRPr b="0" i="0" sz="5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None/>
            </a:pPr>
            <a:r>
              <a:rPr b="0" i="0" lang="en" sz="5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Discussion 2</a:t>
            </a:r>
            <a:endParaRPr b="0" i="0" sz="5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9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"/>
              <a:t>Short Answer Questions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Describe the process of code compilation</a:t>
            </a:r>
            <a:endParaRPr/>
          </a:p>
        </p:txBody>
      </p:sp>
      <p:sp>
        <p:nvSpPr>
          <p:cNvPr id="66" name="Google Shape;66;p1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800"/>
              <a:buNone/>
            </a:pPr>
            <a:r>
              <a:rPr lang="en"/>
              <a:t>[your answer here]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Compare static and dynamic linking</a:t>
            </a:r>
            <a:endParaRPr/>
          </a:p>
        </p:txBody>
      </p:sp>
      <p:sp>
        <p:nvSpPr>
          <p:cNvPr id="72" name="Google Shape;72;p1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800"/>
              <a:buNone/>
            </a:pPr>
            <a:r>
              <a:rPr lang="en"/>
              <a:t>[your answer here]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Compare static and dynamic code interpretation</a:t>
            </a:r>
            <a:endParaRPr/>
          </a:p>
        </p:txBody>
      </p:sp>
      <p:sp>
        <p:nvSpPr>
          <p:cNvPr id="78" name="Google Shape;78;p1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800"/>
              <a:buNone/>
            </a:pPr>
            <a:r>
              <a:rPr lang="en"/>
              <a:t>[your answer here]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"/>
              <a:t>Discussion Activity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Discussion 2 Activity</a:t>
            </a:r>
            <a:endParaRPr/>
          </a:p>
        </p:txBody>
      </p:sp>
      <p:sp>
        <p:nvSpPr>
          <p:cNvPr id="89" name="Google Shape;89;p14"/>
          <p:cNvSpPr txBox="1"/>
          <p:nvPr>
            <p:ph idx="1" type="body"/>
          </p:nvPr>
        </p:nvSpPr>
        <p:spPr>
          <a:xfrm>
            <a:off x="311700" y="1152475"/>
            <a:ext cx="8520600" cy="36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Download the tar file from BruinLearn. Extract the demo files with proper tar commands.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Try manually compiling/running the c code and manually running the python code </a:t>
            </a:r>
            <a:r>
              <a:rPr lang="en" u="sng">
                <a:solidFill>
                  <a:schemeClr val="hlink"/>
                </a:solidFill>
                <a:hlinkClick r:id="rId3"/>
              </a:rPr>
              <a:t>demo1.py</a:t>
            </a:r>
            <a:r>
              <a:rPr lang="en"/>
              <a:t>. </a:t>
            </a:r>
            <a:r>
              <a:rPr lang="en"/>
              <a:t>Then try using the makefile to do the same. 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Do make clean.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Try manually running the python code </a:t>
            </a:r>
            <a:r>
              <a:rPr lang="en" u="sng">
                <a:solidFill>
                  <a:schemeClr val="hlink"/>
                </a:solidFill>
                <a:hlinkClick r:id="rId4"/>
              </a:rPr>
              <a:t>demo2.py</a:t>
            </a:r>
            <a:r>
              <a:rPr lang="en"/>
              <a:t>.</a:t>
            </a:r>
            <a:r>
              <a:rPr lang="en"/>
              <a:t> Then, modify the makefile to run everything including </a:t>
            </a:r>
            <a:r>
              <a:rPr lang="en" u="sng">
                <a:solidFill>
                  <a:schemeClr val="hlink"/>
                </a:solidFill>
                <a:hlinkClick r:id="rId5"/>
              </a:rPr>
              <a:t>demo2.py</a:t>
            </a:r>
            <a:r>
              <a:rPr lang="en"/>
              <a:t>.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Screenshot your terminal for each step and paste on the next slides. Make sure to include a screenshot of your final makefile.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t/>
            </a:r>
            <a:endParaRPr/>
          </a:p>
        </p:txBody>
      </p:sp>
      <p:sp>
        <p:nvSpPr>
          <p:cNvPr id="95" name="Google Shape;95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t/>
            </a:r>
            <a:endParaRPr/>
          </a:p>
        </p:txBody>
      </p:sp>
      <p:sp>
        <p:nvSpPr>
          <p:cNvPr id="101" name="Google Shape;101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t/>
            </a:r>
            <a:endParaRPr/>
          </a:p>
        </p:txBody>
      </p:sp>
      <p:sp>
        <p:nvSpPr>
          <p:cNvPr id="107" name="Google Shape;107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