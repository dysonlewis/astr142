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guxDq0YvReQAoAPO0WCYd5T9UW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2025-11-25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17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17 Activity</a:t>
            </a:r>
            <a:endParaRPr/>
          </a:p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311700" y="1145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There are two activity templates.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Modify the script to work with GNU parallel, and compare the runtimes for each technique.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Modify the script to parse arguments from the command line, calculate the trajectory and save data and plots.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you are done, put screenshots in the following slides and submit a pdf.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