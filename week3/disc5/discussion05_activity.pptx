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6"/>
              <a:buNone/>
            </a:pPr>
            <a:r>
              <a:rPr lang="en"/>
              <a:t>2025-10-14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6"/>
              <a:buNone/>
            </a:pPr>
            <a:r>
              <a:rPr lang="en"/>
              <a:t>Dyson Lewis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0" i="0" lang="en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Astro 142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0" i="0" lang="en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Discussion 5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Discussion Activity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Discussion 5 Activity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Download script from BruinLearn. This is the same functions as last time.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Goal: make a properly documented module that has classes for different particles and appropriate functions/methods to calculate the positions of the particles as time evolves. Save the positions of the particles in a pandas DataFrame and export to a .csv file. Incorporate proper error handling to handle invalid values and edge cases. Use logging module to track the running of your code.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Paste a screenshot of your log and terminal output from some (handled) edge cases on the next slides.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Make an archive of your code, the .csv file, the log file and this slide and upload to Bruinlearn when you are done.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300" y="1418426"/>
            <a:ext cx="8174373" cy="2750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