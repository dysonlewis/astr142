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0" roundtripDataSignature="AMtx7mgzeVlE6R+S8oIKxg5LcCx3bHn3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2025-11-13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[Your name here]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13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13 Activity</a:t>
            </a:r>
            <a:endParaRPr/>
          </a:p>
        </p:txBody>
      </p:sp>
      <p:sp>
        <p:nvSpPr>
          <p:cNvPr id="66" name="Google Shape;66;p8"/>
          <p:cNvSpPr txBox="1"/>
          <p:nvPr>
            <p:ph idx="1" type="body"/>
          </p:nvPr>
        </p:nvSpPr>
        <p:spPr>
          <a:xfrm>
            <a:off x="311700" y="1152475"/>
            <a:ext cx="852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Get the script from Bruinlearn. Follow the instructions.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Paste screenshots into the slides. Upload your final pdf to the discussion assignment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If you have extra time, work on the project! Ask questions!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