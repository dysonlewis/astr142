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jdX8uxsHZFOZaZTR7JqyIVBL+w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2025-10-30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10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10 Activity</a:t>
            </a:r>
            <a:endParaRPr/>
          </a:p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Get the </a:t>
            </a:r>
            <a:r>
              <a:rPr lang="en"/>
              <a:t>script</a:t>
            </a:r>
            <a:r>
              <a:rPr lang="en"/>
              <a:t> and the FITS file from Bruinlearn and work through the problems in the discussion 10 activity script.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Upload your final pdf to the discussion assignment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