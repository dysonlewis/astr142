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jgO/RyIQA8euJYA4XT1nls2a4S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2025-10-28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9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9 Activity</a:t>
            </a:r>
            <a:endParaRPr/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Follow the instructions in the script. Paste screenshots of your plots and code into the slides and upload to the bruinlearn assignment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